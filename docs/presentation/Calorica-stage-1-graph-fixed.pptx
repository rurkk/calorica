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e65fe3f5d4362" /><Relationship Type="http://schemas.openxmlformats.org/officeDocument/2006/relationships/extended-properties" Target="/docProps/app.xml" Id="R6d83abac4d2a429e" /><Relationship Type="http://schemas.openxmlformats.org/officeDocument/2006/relationships/officeDocument" Target="/ppt/presentation.xml" Id="R52369e64cbc4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67d81990414f8b"/>
  </p:sldMasterIdLst>
  <p:notesMasterIdLst>
    <p:notesMasterId xmlns:r="http://schemas.openxmlformats.org/officeDocument/2006/relationships" r:id="R0c34284a5e474d47"/>
  </p:notesMasterIdLst>
  <p:sldIdLst>
    <p:sldId xmlns:r="http://schemas.openxmlformats.org/officeDocument/2006/relationships" id="256" r:id="Raa7d6d2355434738"/>
    <p:sldId xmlns:r="http://schemas.openxmlformats.org/officeDocument/2006/relationships" id="257" r:id="R85cb0ccb49404181"/>
    <p:sldId xmlns:r="http://schemas.openxmlformats.org/officeDocument/2006/relationships" id="258" r:id="Rbdab6ff3b44f40f9"/>
    <p:sldId xmlns:r="http://schemas.openxmlformats.org/officeDocument/2006/relationships" id="259" r:id="R5346cb7e827646df"/>
    <p:sldId xmlns:r="http://schemas.openxmlformats.org/officeDocument/2006/relationships" id="260" r:id="Rddee731970294079"/>
    <p:sldId xmlns:r="http://schemas.openxmlformats.org/officeDocument/2006/relationships" id="261" r:id="R4ad487cf8dd44cd3"/>
    <p:sldId xmlns:r="http://schemas.openxmlformats.org/officeDocument/2006/relationships" id="262" r:id="Rcf48b9cbe9a14f47"/>
    <p:sldId xmlns:r="http://schemas.openxmlformats.org/officeDocument/2006/relationships" id="263" r:id="R17deeacb7bbd4a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b8ffd583a4ddc" /><Relationship Type="http://schemas.openxmlformats.org/officeDocument/2006/relationships/slideMaster" Target="/ppt/slideMasters/slideMaster1.xml" Id="R9467d81990414f8b" /><Relationship Type="http://schemas.openxmlformats.org/officeDocument/2006/relationships/notesMaster" Target="/ppt/notesMasters/notesMaster1.xml" Id="R0c34284a5e474d47" /><Relationship Type="http://schemas.openxmlformats.org/officeDocument/2006/relationships/presProps" Target="/ppt/presProps.xml" Id="Rc84e56abbf234d66" /><Relationship Type="http://schemas.openxmlformats.org/officeDocument/2006/relationships/tableStyles" Target="/ppt/tableStyles.xml" Id="Rc2a2cfa78044490f" /><Relationship Type="http://schemas.openxmlformats.org/officeDocument/2006/relationships/slide" Target="/ppt/slides/slide1.xml" Id="Raa7d6d2355434738" /><Relationship Type="http://schemas.openxmlformats.org/officeDocument/2006/relationships/slide" Target="/ppt/slides/slide2.xml" Id="R85cb0ccb49404181" /><Relationship Type="http://schemas.openxmlformats.org/officeDocument/2006/relationships/slide" Target="/ppt/slides/slide3.xml" Id="Rbdab6ff3b44f40f9" /><Relationship Type="http://schemas.openxmlformats.org/officeDocument/2006/relationships/slide" Target="/ppt/slides/slide4.xml" Id="R5346cb7e827646df" /><Relationship Type="http://schemas.openxmlformats.org/officeDocument/2006/relationships/slide" Target="/ppt/slides/slide5.xml" Id="Rddee731970294079" /><Relationship Type="http://schemas.openxmlformats.org/officeDocument/2006/relationships/slide" Target="/ppt/slides/slide6.xml" Id="R4ad487cf8dd44cd3" /><Relationship Type="http://schemas.openxmlformats.org/officeDocument/2006/relationships/slide" Target="/ppt/slides/slide7.xml" Id="Rcf48b9cbe9a14f47" /><Relationship Type="http://schemas.openxmlformats.org/officeDocument/2006/relationships/slide" Target="/ppt/slides/slide8.xml" Id="R17deeacb7bbd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4bc939ccb42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1b698e0729416b" /><Relationship Type="http://schemas.openxmlformats.org/officeDocument/2006/relationships/notesMaster" Target="/ppt/notesMasters/notesMaster1.xml" Id="R5bce82d8fa274f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a0ac736b084b88" /><Relationship Type="http://schemas.openxmlformats.org/officeDocument/2006/relationships/notesMaster" Target="/ppt/notesMasters/notesMaster1.xml" Id="Rbe9d88475ea848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46df4943164f72" /><Relationship Type="http://schemas.openxmlformats.org/officeDocument/2006/relationships/notesMaster" Target="/ppt/notesMasters/notesMaster1.xml" Id="R460511d995e74b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366da6ad14573" /><Relationship Type="http://schemas.openxmlformats.org/officeDocument/2006/relationships/notesMaster" Target="/ppt/notesMasters/notesMaster1.xml" Id="R60d0864ea934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d69cf7a8e4622" /><Relationship Type="http://schemas.openxmlformats.org/officeDocument/2006/relationships/notesMaster" Target="/ppt/notesMasters/notesMaster1.xml" Id="Rf016cb3e616e48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d50d9490964cd8" /><Relationship Type="http://schemas.openxmlformats.org/officeDocument/2006/relationships/notesMaster" Target="/ppt/notesMasters/notesMaster1.xml" Id="R3afd6462732542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ca46e8f2cd4672" /><Relationship Type="http://schemas.openxmlformats.org/officeDocument/2006/relationships/notesMaster" Target="/ppt/notesMasters/notesMaster1.xml" Id="Rcb7f9aaedca6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e95db6657f4b70" /><Relationship Type="http://schemas.openxmlformats.org/officeDocument/2006/relationships/notesMaster" Target="/ppt/notesMasters/notesMaster1.xml" Id="Rca1d2c66423346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docs/requirements/vision/product-vision.md. Изображение — иллюстрация, созданная для обложки; не демонстрирует готовый интерфейс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docs/requirements/vision/product-vision.md, раздел «Команда проекта».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docs/requirements/vision/target-users-and-problem.md.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docs/requirements/vision/product-vision.md; docs/requirements/functional/meal-diary.md;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docs/requirements/functional/product-catalog.md; docs/requirements/domain/product-composition-graph.md; docs/requirements/data/base-catalog.md. Иллюстрации продуктов созданы с помощью ImageGen. Учебный пример состава, не рецепт: салат состоит из 80% овощной смеси и 20% йогуртового соуса; смесь из 50% помидора и 50% огурца; соус из 20% огурца и 80% йогурта. Каждый состав даёт 100%. Стрелки показывают направление от родительского продукта к компоненту. Огурец имеет двух родителей. Есть вложенный состав, все узлы связаны, циклов нет. Конечные продукты содержат ручные КБЖУ на 100 г; составные продукты получают их из актуальных компонентов при запросе. Весь каталог не обязан быть связным, показан один связный пример. Admin поддерживает общие позиции и лейблы. Поиск помогает найти продукт, а лейблы фильтруют каталог.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docs/requirements/functional/meal-diary.md; docs/requirements/domain/units-of-measurement.md;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docs/requirements/functional/analytics.md. Диаграммы на слайде схематичны и не содержат фактических пользовательских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docs/requirements/README.md; docs/requirements/vision/product-vision.md;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fada2490849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b8051ec48b4dd7" /><Relationship Type="http://schemas.openxmlformats.org/officeDocument/2006/relationships/slideLayout" Target="/ppt/slideLayouts/slideLayout1.xml" Id="R7b1be9d3db2448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1be9d3db2448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873006fdf495e" /><Relationship Type="http://schemas.openxmlformats.org/officeDocument/2006/relationships/image" Target="/ppt/media/image.png" Id="Re1ed0dcc9a86419d" /><Relationship Type="http://schemas.openxmlformats.org/officeDocument/2006/relationships/notesSlide" Target="/ppt/notesSlides/notesSlide1.xml" Id="R1411f248387d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0a86f74f345e1" /><Relationship Type="http://schemas.openxmlformats.org/officeDocument/2006/relationships/notesSlide" Target="/ppt/notesSlides/notesSlide2.xml" Id="R4cfaed86078b49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80722047d40bf" /><Relationship Type="http://schemas.openxmlformats.org/officeDocument/2006/relationships/notesSlide" Target="/ppt/notesSlides/notesSlide3.xml" Id="R2677c093c536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e0e08698e4360" /><Relationship Type="http://schemas.openxmlformats.org/officeDocument/2006/relationships/notesSlide" Target="/ppt/notesSlides/notesSlide4.xml" Id="Rf4edf7d2ab49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ba0e2930c410a" /><Relationship Type="http://schemas.openxmlformats.org/officeDocument/2006/relationships/image" Target="/ppt/media/image2.png" Id="R06dce94c6df94491" /><Relationship Type="http://schemas.openxmlformats.org/officeDocument/2006/relationships/image" Target="/ppt/media/image3.png" Id="R989e8450a3a94462" /><Relationship Type="http://schemas.openxmlformats.org/officeDocument/2006/relationships/image" Target="/ppt/media/image4.png" Id="R309c29f5e7b94e60" /><Relationship Type="http://schemas.openxmlformats.org/officeDocument/2006/relationships/image" Target="/ppt/media/image5.png" Id="Rf6a6be94510c42df" /><Relationship Type="http://schemas.openxmlformats.org/officeDocument/2006/relationships/image" Target="/ppt/media/image6.png" Id="Rf24ea140802a4506" /><Relationship Type="http://schemas.openxmlformats.org/officeDocument/2006/relationships/image" Target="/ppt/media/image7.png" Id="R23f53967cbd445af" /><Relationship Type="http://schemas.openxmlformats.org/officeDocument/2006/relationships/notesSlide" Target="/ppt/notesSlides/notesSlide5.xml" Id="R4bc988ad34b2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90988eb5245f6" /><Relationship Type="http://schemas.openxmlformats.org/officeDocument/2006/relationships/notesSlide" Target="/ppt/notesSlides/notesSlide6.xml" Id="R79bf247666544a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887f800b64827" /><Relationship Type="http://schemas.openxmlformats.org/officeDocument/2006/relationships/notesSlide" Target="/ppt/notesSlides/notesSlide7.xml" Id="R3a7701a6fc1446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d79d97d6749fc" /><Relationship Type="http://schemas.openxmlformats.org/officeDocument/2006/relationships/notesSlide" Target="/ppt/notesSlides/notesSlide8.xml" Id="R3a3c25b3a81243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d0dcc9a86419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FCC85-82AD-4DFC-A3CB-B613125B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520F4-7D35-428E-8995-D1CF343F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1328D-0412-4331-8D18-94EB7319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Приложение для учёта питания,</a:t>
            </a:r>
          </a:p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калорий и БЖУ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35A77-A701-4A82-AFB6-4B72BBD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Этап 1 · выбор темы и бизнес-требования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3C97D-13C9-4B59-AD0D-FE45D361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ИТМО · 2026</a:t>
            </a:r>
          </a:p>
        </p:txBody>
      </p:sp>
    </p:spTree>
    <p:extLst>
      <p:ext uri="{BB962C8B-B14F-4D97-AF65-F5344CB8AC3E}">
        <p14:creationId xmlns:p14="http://schemas.microsoft.com/office/powerpoint/2010/main" val="1701772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14D30-A2C5-4906-83E0-0B5BFE91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D01B-B22E-4B9E-AFA5-01E1C41F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Команда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EC3D9-531A-40D4-86A1-C738B5AD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03B90-2193-4579-B14D-23897C2C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Формальные роли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F1F40-6DC7-4DFE-BB96-B3352BC8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727FF-AEE0-4B03-916C-AA9F5B45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Валера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8A0F2-C6D6-4011-ADCB-CD0A951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DevOps-инженер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D0B5F-0E39-4A22-9D3E-BD5DF536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25FDD-C02B-4892-A6F0-6C298B2E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Камила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D8D21-93F6-4CA5-9D9C-37B4CD8A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Тестировщик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D3630-4784-4708-938F-94AFB088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6EDE9-3F9C-4B58-867E-95431F48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Богдан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9E9BC-C46B-48AE-9BB6-7B56F744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28DFF-5EFC-4E82-843F-6DEFABD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66559-809E-4213-93F3-110D1F46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Николай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64FA6-03EA-4EC5-ABE2-B6932A71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03BAC-C51B-491A-9239-60F4BE9E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1F727-4861-42DD-8ACD-4F790E8E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Рауль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23CE8-B761-4FEE-8979-3A4952F3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431AD-F861-4B3F-B2E8-2854BC9A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8ED9C-D179-44FA-BDFA-BFBC1414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Мария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16FEF-3A3B-40D2-9DEB-AB999E8B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D9A48-3C39-4164-AA69-7CF87A1B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E193F-08C1-4407-B9DA-D6D77A03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Тема проекта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B9549-CE3B-44C2-B99D-D6004708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4C854-7C29-454F-884F-7A893E07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Мобильное приложение с серверной частью для учёта питания, калорий и БЖУ.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34CE3-C6E3-415F-963F-F826AB36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576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Проект объединяет личный дневник, каталог продуктов и анализ рациона.</a:t>
            </a:r>
          </a:p>
        </p:txBody>
      </p:sp>
    </p:spTree>
    <p:extLst>
      <p:ext uri="{BB962C8B-B14F-4D97-AF65-F5344CB8AC3E}">
        <p14:creationId xmlns:p14="http://schemas.microsoft.com/office/powerpoint/2010/main" val="213858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69BED-819F-4ACA-A76B-47758E94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32642-9CD9-4B19-8F7A-FB57B6B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Пользователь и его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D2C3D-17DA-4BFF-9D4D-87EB825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B06B9-0BA8-4CB7-A40B-DB728919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Кому нужен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599DB-1A18-4CB1-B746-8861AEB7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Человеку, который хочет понимать свой рацион и менять пищевые привычки на основе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AE53D-EA65-48BB-ACDF-FE94AC1D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Учёт должен занимать минимум времени и не требовать постоянных ручных вычислений.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AE928-719C-49F5-9A2E-488CE89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EE939-4B87-4C54-BBA4-97DB6F2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Почему ручной учёт не работает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D14D4-029B-4533-A484-7738DC46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Нужно самостоятельно структурировать записи.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Калории и БЖУ приходится рассчитывать вручную.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 разрозненным заметкам трудно увидеть динамику и состав рациона.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7ADFE-5117-4F0B-8F6A-9AC7D126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Calorica переводит учёт в единый цифровой процесс: запись, расчёт и анализ находятся в одном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1959847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E26D7-1A28-401F-8D05-6F3C811C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1A611-23F2-4A17-8347-DF5BC46B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Ценность Calorica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8A31A-5026-4290-B8EB-8D88EFEB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4CCC5-0919-43BF-993C-31198AFE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Пользовательский путь от продукта к пониманию рациона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C2D9A-ACC3-41AA-B726-A377F521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F2405-0864-4F57-A14E-409F6788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Найти 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58016-2F3C-421C-A670-FEE3653B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Базовый каталог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свои продукты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6DA5A-EA4F-431C-A784-E63068E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7543E-0602-40DF-99B8-B6A76417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9D850-F993-4BB7-AB80-BEE874A6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Добавить</a:t>
            </a:r>
          </a:p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 дневник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3D469-D1EB-4D60-ADC8-B1B4B05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Количество, время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лейблы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10D73-9E66-4C23-986B-31F4594C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F5935-921A-4FCC-B46B-59B2752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8C76F-EB4E-4E3E-9639-551443A1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Получить расчёт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39F12-CE9E-42B4-A224-E56E429A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без ручных формул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FBEDC-D2F8-4188-8D67-57C39A33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1EE5C-ACF6-4F2A-BB77-4440F74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4C116-F318-4E51-BA1A-1D55207E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Открыть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567C2-070E-49E7-B1E1-071CCAA1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День, неделя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или месяц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EAC47-C78D-4609-A06C-FA9F156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16FEF-9B82-4F83-BBCE-60BE7C26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Сервер хранит данные, проверяет права и выполняет расчёты. Мобильный клиент отвечает за интерфейс, запросы к API и кэширование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1767037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BD9217-4C99-4D2E-8D8C-72553675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DA0C5-2A66-4DAE-894E-A1DA3EFC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Каталог и граф продуктов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22429-8326-4C0B-84FE-EB98436B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A1E9D-83EC-4083-890B-7596A333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Продукт становится составным после добавления компонентов.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01EC2-A451-4508-ABED-986C0217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Составные продукты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66ADB-48F2-4130-95BC-BF71AA60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Конечные продукты</a:t>
            </a:r>
          </a:p>
        </p:txBody>
      </p:sp>
      <p:sp>
        <p:nvSpPr>
          <p:cNvPr id="7" name="Салат с соусом">
            <a:extLst xmlns:a="http://schemas.openxmlformats.org/drawingml/2006/main">
              <a:ext uri="{FF2B5EF4-FFF2-40B4-BE49-F238E27FC236}">
                <a16:creationId xmlns:a16="http://schemas.microsoft.com/office/drawing/2014/main" id="{AB335C07-B19B-4155-ABE4-A2A0FB9C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ce94c6df94491"/>
          <a:srcRect xmlns:a="http://schemas.openxmlformats.org/drawingml/2006/main" l="0" t="0" r="66667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" y="31051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45F73-A013-40D6-9D20-A3C63F1B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Салат с соусом</a:t>
            </a:r>
          </a:p>
        </p:txBody>
      </p:sp>
      <p:sp>
        <p:nvSpPr>
          <p:cNvPr id="10" name="Овощная смесь">
            <a:extLst xmlns:a="http://schemas.openxmlformats.org/drawingml/2006/main">
              <a:ext uri="{FF2B5EF4-FFF2-40B4-BE49-F238E27FC236}">
                <a16:creationId xmlns:a16="http://schemas.microsoft.com/office/drawing/2014/main" id="{5C3A4AA9-133F-445C-A43A-AB4EBE91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e8450a3a94462"/>
          <a:srcRect xmlns:a="http://schemas.openxmlformats.org/drawingml/2006/main" l="33333" t="0" r="33333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21050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A842E-DD26-4485-90DB-9A7DD2A0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Овощная смесь</a:t>
            </a:r>
          </a:p>
        </p:txBody>
      </p:sp>
      <p:sp>
        <p:nvSpPr>
          <p:cNvPr id="13" name="Йогуртовый соус">
            <a:extLst xmlns:a="http://schemas.openxmlformats.org/drawingml/2006/main">
              <a:ext uri="{FF2B5EF4-FFF2-40B4-BE49-F238E27FC236}">
                <a16:creationId xmlns:a16="http://schemas.microsoft.com/office/drawing/2014/main" id="{AFAE40C6-D159-4E99-B0D2-ABE3735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3862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c29f5e7b94e60"/>
          <a:srcRect xmlns:a="http://schemas.openxmlformats.org/drawingml/2006/main" l="66667" t="0" r="0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41052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A8D0A-8F9B-444A-AC95-7BB50CC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149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Йогуртовый соус</a:t>
            </a:r>
          </a:p>
        </p:txBody>
      </p:sp>
      <p:sp>
        <p:nvSpPr>
          <p:cNvPr id="16" name="Помидор">
            <a:extLst xmlns:a="http://schemas.openxmlformats.org/drawingml/2006/main">
              <a:ext uri="{FF2B5EF4-FFF2-40B4-BE49-F238E27FC236}">
                <a16:creationId xmlns:a16="http://schemas.microsoft.com/office/drawing/2014/main" id="{EAE4AED4-8C75-4156-A36B-FDBFDA76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6be94510c42df"/>
          <a:srcRect xmlns:a="http://schemas.openxmlformats.org/drawingml/2006/main" l="0" t="50000" r="6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19050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881EB-80AE-417E-B72D-5E28F4D7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Помидор</a:t>
            </a:r>
          </a:p>
        </p:txBody>
      </p:sp>
      <p:sp>
        <p:nvSpPr>
          <p:cNvPr id="19" name="Огурец">
            <a:extLst xmlns:a="http://schemas.openxmlformats.org/drawingml/2006/main">
              <a:ext uri="{FF2B5EF4-FFF2-40B4-BE49-F238E27FC236}">
                <a16:creationId xmlns:a16="http://schemas.microsoft.com/office/drawing/2014/main" id="{CF5439D4-9B66-4CFC-8FDD-84F6AD3B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908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ea140802a4506"/>
          <a:srcRect xmlns:a="http://schemas.openxmlformats.org/drawingml/2006/main" l="33333" t="50000" r="3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319087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BC253-A6EF-4D8D-8D5F-36130E90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433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Огурец</a:t>
            </a:r>
          </a:p>
        </p:txBody>
      </p:sp>
      <p:sp>
        <p:nvSpPr>
          <p:cNvPr id="22" name="Йогурт">
            <a:extLst xmlns:a="http://schemas.openxmlformats.org/drawingml/2006/main">
              <a:ext uri="{FF2B5EF4-FFF2-40B4-BE49-F238E27FC236}">
                <a16:creationId xmlns:a16="http://schemas.microsoft.com/office/drawing/2014/main" id="{B8B843EA-585C-435C-A3F8-1F7AA5C8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53967cbd445af"/>
          <a:srcRect xmlns:a="http://schemas.openxmlformats.org/drawingml/2006/main" l="66667" t="50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44767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4E4A8-7B32-4F87-B6D2-D0DD7368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Йогурт</a:t>
            </a:r>
          </a:p>
        </p:txBody>
      </p: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381250" y="2676525"/>
            <a:ext cx="261937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B04C6-B6F2-449A-A977-AF9ACE1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051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81250" y="3676650"/>
            <a:ext cx="261937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FE6DB-4DEF-40EB-A1E2-B84CE3AB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624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429375" y="2343150"/>
            <a:ext cx="319087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B6084E-98CD-432D-B8D3-26C71597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429375" y="2676525"/>
            <a:ext cx="319087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10C10-87DF-4013-AD9D-B98FF8D2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cxnSp>
        <p:nvCxnSpPr>
          <p:cNvPr id="74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6429375" y="3629025"/>
            <a:ext cx="31908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69C73-E896-45E0-9931-AF59A984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cxnSp>
        <p:nvCxnSpPr>
          <p:cNvPr id="76" name=""/>
          <p:cNvCxnSpPr>
            <a:stCxn xmlns:a="http://schemas.openxmlformats.org/drawingml/2006/main" id="13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429375" y="4676775"/>
            <a:ext cx="319087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FC6581-7C0C-4269-A295-ABA7B64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98DBF8-AB4B-42E4-A4E2-1E7DE6D9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Стрелка: состоит из компонента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Доли каждого состава дают 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47886-7768-4000-A72F-4B4DB9B3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КБЖУ из актуальных компонентов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69ED4-BCF7-403C-98C0-BD195BB2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E067AE-B5F0-45CA-81A3-29F100F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Ориентированный граф без циклов. Огурец общий для смеси и соуса. Доли условные.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48389C-62DF-4A24-AC24-1410C466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Базовый каталог: около 50 продуктов, редактирует Admin. Личные продукты видны владельцу.</a:t>
            </a:r>
          </a:p>
        </p:txBody>
      </p:sp>
    </p:spTree>
    <p:extLst>
      <p:ext uri="{BB962C8B-B14F-4D97-AF65-F5344CB8AC3E}">
        <p14:creationId xmlns:p14="http://schemas.microsoft.com/office/powerpoint/2010/main" val="1471721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DA583-5AF4-4DA6-991D-7C264F69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89F4C-F176-4A7A-96BD-AEBB2880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Дневник и точность учёта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33CA6-9F4E-4149-9B67-B6CB39F8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FA3BF-EC31-4D97-983F-58F042D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Запись доступна для любой выбранной даты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8F41E-0488-4CFE-813C-B5791BAA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Сценарий добавления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8D9C2-DC68-4F17-A44E-9EB16398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5CF89-1F43-47DB-864C-55F09F30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59DAC-5D19-4BCB-B9B9-1028A581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Количество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 или мл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F6B23-D30A-43FD-AD02-014EB55A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84FA1-529C-4005-B257-0695FF5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 граммах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73C55-B127-43FA-B6DE-7E59976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Миллилитры доступны только там, где для продукта задан коэффициент перевода в граммы.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97659-1ADE-4A46-A84C-BDEEABC6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FB416-E37A-40D2-B1C7-050DF81D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Что хранит 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082BC-F1F0-4411-A29C-FADA0B3B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Дата и время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Количество в граммах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Один или несколько лейблов приёма пищи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44CA5-B0E0-465B-B419-1FC1251E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Время подставляется автоматически и при необходимости меняется. Доступные лейблы: завтрак, обед, ужин, перекус.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E46F7-ABA9-4E3B-A586-47BF890D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 рассчитываются из актуальной карточки продукта при запросе дневника и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852986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CB5AE-D04E-4DCD-AE7F-F3D2FF7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8B587-5720-4192-A430-F21C46C6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Анализ рациона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58BD0-F46B-4A05-B135-FC3D23D3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86383-559E-48B3-97F3-6DAC270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Выбранная дата определяет календарный день, неделю или месяц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682CE-46C3-41A9-AD4B-072DB2E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День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514F3-2820-4617-9380-5CE27F2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90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Неделя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DF79A-D42E-4B67-8604-E8485F1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Месяц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E90C6-E1F1-4B9B-B333-0182C4D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Сверху — средние калории и БЖУ за период. Дни без записей дают нулевой вклад в среднее.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212AE-8A3E-4C6D-B661-86EC95D6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Личные ориентиры по калориям, белкам, жирам и углеводам необязательны и задаются в профиле.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33AA7-0C3A-4D9A-B817-A969638A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0" cy="1943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9255E-266C-4A8A-804D-CB39C1B5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6C514-791D-45F5-8143-6D1412B1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409700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0D943-F60E-49BB-8BDB-F742D746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314450" cy="1066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19050">
            <a:solidFill>
              <a:srgbClr val="7E9B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E3BAE-A136-4BA7-8613-196CB0F7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Ккал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07CCB-6708-41E7-8DB4-FBE6D8B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Белки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C26A1-84CB-4E45-BFCD-4151B14B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Жиры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6E6CF-2C5A-4135-B34C-EFF1796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Углеводы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11408-7452-4E76-822B-94AC04A4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Радар факта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относительно ориентира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69591-4D9E-472C-8ADC-51F77210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95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3384E-49F8-4070-9093-E6843F21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95700"/>
            <a:ext cx="19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5C073-20E7-437C-867D-292B98E2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3385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F6E29-1DA9-4E1A-9A58-1AB6479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86150"/>
            <a:ext cx="19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67F28-0FA3-4071-B5AA-3906404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84810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A4608-E1EA-46EC-AE2D-031F290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3E214-2111-4CC9-AF0B-F655C5E9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 дням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1C94A-8B2B-4026-A58E-E2E2CA6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F855C-2B7E-45B8-9969-63936A8E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Продуктовые лейблы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F3771-B834-4802-BCCA-277C976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Масса в граммах помогает увидеть состав рациона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428E3-A89B-4B62-AD45-4BAEA43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34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Лейблы приёмов пищи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E60EB-FBF5-42FC-B63E-71B49F7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388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Столбцы калорий для завтрака, обеда, ужина и перекуса</a:t>
            </a:r>
          </a:p>
        </p:txBody>
      </p:sp>
    </p:spTree>
    <p:extLst>
      <p:ext uri="{BB962C8B-B14F-4D97-AF65-F5344CB8AC3E}">
        <p14:creationId xmlns:p14="http://schemas.microsoft.com/office/powerpoint/2010/main" val="1952909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04EE6-A171-43FD-9A6D-198697F4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827A3-5410-4307-9451-C4DC7640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Согласованный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C1881-EF65-4CAB-B259-29B04FED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Тема, команда и бизнес-требования первого этапа зафиксированы.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DB244-1998-48D7-94A0-CD43DF8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25FA7-C6CB-4F09-9B02-3E9D6A6F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Мобильный 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8729D-AE45-4711-AAE3-981ABBE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Интерфейс, запросы к API и кэширование уже полученных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1A511-B0D7-4A36-B743-36808B1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2D1AD-F52B-49B8-ADFE-17AD2531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82783-174D-4356-B73F-332B2BDD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Серверная часть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53FB1-62F1-496A-967F-D493830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Регистрация по e-mail и паролю, права доступа, хранение и расчёты.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42E01-D2BD-4674-B398-95AA90A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D88C4-375B-43B6-BD72-3E85647C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26F77-050F-420A-AEFA-58B905F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Нормализованные данные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47EF5-4349-498F-BC30-3F23E8D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Продукты, дневник, лейблы и аналитика строятся из актуальных данных.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27349-4B18-44EF-9731-8F63B632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 помогает видеть рацион и принимать собственные решения на основе учёта питания.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1CA1B-3021-46EA-A226-7809D9DF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2500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2026-09-24T17:52:15.8290000Z</dcterms:created>
  <dcterms:modified xsi:type="dcterms:W3CDTF">2026-09-24T17:52:15.8290000Z</dcterms:modified>
</coreProperties>
</file>